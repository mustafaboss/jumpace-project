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Construction Rules RAG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PDF‑Grounded Chatbot for Field‑Ready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Field teams struggle to quickly find construction rules for real scenarios (setbacks, signage, safety, etc.).</a:t>
            </a:r>
          </a:p>
          <a:p>
            <a:pPr/>
            <a:r>
              <a:t>Rules are buried in long PDFs and workers depend on verbal guidance or screenshots.</a:t>
            </a:r>
          </a:p>
          <a:p>
            <a:pPr/>
            <a:r>
              <a:t>Non‑compliance leads to delays, redesign, and safety risk.</a:t>
            </a:r>
          </a:p>
          <a:p>
            <a:pPr/>
            <a:r>
              <a:t>Goal: a fast, reliable assistant that answers strictly from official rule documents.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Retrieval Augmented Generation (RAG) chatbot focused on construction rules and regulations.</a:t>
            </a:r>
          </a:p>
          <a:p>
            <a:pPr/>
            <a:r>
              <a:t>Users describe a scenario in natural English; the assistant returns only the rules that apply.</a:t>
            </a:r>
          </a:p>
          <a:p>
            <a:pPr/>
            <a:r>
              <a:t>All answers are grounded in uploaded PDFs such as MUTCD or local authority rulebooks.</a:t>
            </a:r>
          </a:p>
          <a:p>
            <a:pPr/>
            <a:r>
              <a:t>If no rule is found in the PDF, the assistant clearly states that instead of guessing.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High‑Level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Streamlit web UI for supervisors and engineers to chat with the assistant.</a:t>
            </a:r>
          </a:p>
          <a:p>
            <a:pPr/>
            <a:r>
              <a:t>Python backend using LangChain to orchestrate retrieval and generation.</a:t>
            </a:r>
          </a:p>
          <a:p>
            <a:pPr/>
            <a:r>
              <a:t>Pinecone vector database storing embeddings of all rulebook chunks with page metadata.</a:t>
            </a:r>
          </a:p>
          <a:p>
            <a:pPr/>
            <a:r>
              <a:t>OpenAI‑compatible models for embeddings and chat, with low temperature for precise answers.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Set up a clean project structure with app, ingestion script, data folder, and requirements.</a:t>
            </a:r>
          </a:p>
          <a:p>
            <a:pPr/>
            <a:r>
              <a:t>Configured secure environment variables for all API keys and model names.</a:t>
            </a:r>
          </a:p>
          <a:p>
            <a:pPr/>
            <a:r>
              <a:t>Created a repeatable ingestion pipeline to load PDFs, chunk text, and index vectors in Pinecone.</a:t>
            </a:r>
          </a:p>
          <a:p>
            <a:pPr/>
            <a:r>
              <a:t>Built the RAG chain in LangChain and tuned prompts for safety and structure.</a:t>
            </a:r>
          </a:p>
          <a:p>
            <a:pPr/>
            <a:r>
              <a:t>Designed a modern, dashboard‑style Streamlit UI tailored for real construction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Ingestion &amp;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Loaded rulebooks page‑by‑page using PyPDFLoader and attached file + page metadata.</a:t>
            </a:r>
          </a:p>
          <a:p>
            <a:pPr/>
            <a:r>
              <a:t>Chunked text with RecursiveCharacterTextSplitter (≈800–1200 tokens, overlapping context).</a:t>
            </a:r>
          </a:p>
          <a:p>
            <a:pPr/>
            <a:r>
              <a:t>Generated embeddings with text‑embedding‑3‑small for semantic search.</a:t>
            </a:r>
          </a:p>
          <a:p>
            <a:pPr/>
            <a:r>
              <a:t>Stored vectors in a Pinecone index (rag‑index) with cosine similarity for fast retrieval.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&amp; Safety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Retriever always pulls context from the Pinecone index built over the PDFs.</a:t>
            </a:r>
          </a:p>
          <a:p>
            <a:pPr/>
            <a:r>
              <a:t>System prompt forbids external knowledge and guessing; answers must stay within context.</a:t>
            </a:r>
          </a:p>
          <a:p>
            <a:pPr/>
            <a:r>
              <a:t>If context does not contain an applicable rule, response is: "This scenario’s relevant rule is not present in this PDF."</a:t>
            </a:r>
          </a:p>
          <a:p>
            <a:pPr/>
            <a:r>
              <a:t>Responses follow a fixed structure: scenario understanding, applicable rules, worker instructions, and page references.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Experience &amp;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Streamlit interface styled as a modern OS‑like dashboard with gradient header and tabs.</a:t>
            </a:r>
          </a:p>
          <a:p>
            <a:pPr/>
            <a:r>
              <a:t>Dedicated chat panel with a single prominent call‑to‑action: Get Applicable Rules.</a:t>
            </a:r>
          </a:p>
          <a:p>
            <a:pPr/>
            <a:r>
              <a:t>Side panel with on‑site tips explaining how to phrase scenarios for best retrieval.</a:t>
            </a:r>
          </a:p>
          <a:p>
            <a:pPr/>
            <a:r>
              <a:t>Theme‑independent 3D/glass styling that looks premium on both light and dark modes.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 for the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Start with a realistic scenario (e.g., residential building on a main road‑facing plot).</a:t>
            </a:r>
          </a:p>
          <a:p>
            <a:pPr/>
            <a:r>
              <a:t>Show how the assistant explains the scenario, lists only relevant rules, and adds worker steps.</a:t>
            </a:r>
          </a:p>
          <a:p>
            <a:pPr/>
            <a:r>
              <a:t>Highlight page references so every answer is traceable back to the official rulebook.</a:t>
            </a:r>
          </a:p>
          <a:p>
            <a:pPr/>
            <a:r>
              <a:t>Demonstrate a case where no rule exists in the PDF to prove the system does not hallucinate.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the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Faster, more confident decisions on site with immediate access to applicable rules.</a:t>
            </a:r>
          </a:p>
          <a:p>
            <a:pPr/>
            <a:r>
              <a:t>Reduced compliance risk because every answer can be traced to a specific PDF page.</a:t>
            </a:r>
          </a:p>
          <a:p>
            <a:pPr/>
            <a:r>
              <a:t>On‑site friendly instructions that translate regulations into concrete actions for workers.</a:t>
            </a:r>
          </a:p>
          <a:p>
            <a:pPr/>
            <a:r>
              <a:t>Scalable foundation that can support additional rulebooks, cities, and authorities over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Support multiple authorities or jurisdictions with rulebook selection per project.</a:t>
            </a:r>
          </a:p>
          <a:p>
            <a:pPr/>
            <a:r>
              <a:t>Add user roles and an audit trail for compliance and internal QA.</a:t>
            </a:r>
          </a:p>
          <a:p>
            <a:pPr/>
            <a:r>
              <a:t>Allow engineers to give feedback on answers and continuously improve retrieval quality.</a:t>
            </a:r>
          </a:p>
          <a:p>
            <a:pPr/>
            <a:r>
              <a:t>Integrate with existing project management or permit systems for end‑to‑end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